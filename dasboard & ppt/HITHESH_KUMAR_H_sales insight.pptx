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0" r:id="rId1"/>
  </p:sldMasterIdLst>
  <p:sldIdLst>
    <p:sldId id="256" r:id="rId2"/>
    <p:sldId id="259" r:id="rId3"/>
    <p:sldId id="260" r:id="rId4"/>
    <p:sldId id="257" r:id="rId5"/>
    <p:sldId id="261" r:id="rId6"/>
    <p:sldId id="263" r:id="rId7"/>
    <p:sldId id="265" r:id="rId8"/>
    <p:sldId id="269" r:id="rId9"/>
    <p:sldId id="266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ghavan P" initials="RP" lastIdx="1" clrIdx="0">
    <p:extLst>
      <p:ext uri="{19B8F6BF-5375-455C-9EA6-DF929625EA0E}">
        <p15:presenceInfo xmlns:p15="http://schemas.microsoft.com/office/powerpoint/2012/main" userId="a7cff8b72fe80a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80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76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35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61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86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21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49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13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52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60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D6275-D1BA-42E5-8769-4E1A27B1F6B9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98F8D83-DAC9-4445-8CA5-C0871E10B10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956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6B590-A0E3-F7C7-A2BF-04CA0E8D7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2873" y="843706"/>
            <a:ext cx="7090611" cy="2418736"/>
          </a:xfrm>
        </p:spPr>
        <p:txBody>
          <a:bodyPr>
            <a:noAutofit/>
          </a:bodyPr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Sales Insight Dashboard </a:t>
            </a:r>
            <a:br>
              <a:rPr lang="en-US" sz="4000" dirty="0"/>
            </a:br>
            <a:r>
              <a:rPr lang="en-US" sz="4000" dirty="0"/>
              <a:t>(</a:t>
            </a:r>
            <a:r>
              <a:rPr lang="en-US" sz="4000" dirty="0" err="1"/>
              <a:t>Atliq</a:t>
            </a:r>
            <a:r>
              <a:rPr lang="en-US" sz="4000" dirty="0"/>
              <a:t> </a:t>
            </a:r>
            <a:r>
              <a:rPr lang="en-US" sz="4000" dirty="0" err="1"/>
              <a:t>Hardwares</a:t>
            </a:r>
            <a:r>
              <a:rPr lang="en-US" sz="4000" dirty="0"/>
              <a:t>)</a:t>
            </a:r>
            <a:endParaRPr lang="en-IN" sz="4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99F3D-824D-29C1-EB78-CA323F58A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2543" y="3436964"/>
            <a:ext cx="7891272" cy="209613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Domain:</a:t>
            </a:r>
            <a:r>
              <a:rPr lang="en-US" dirty="0"/>
              <a:t> FMCG(fast moving consumer goods)</a:t>
            </a:r>
            <a:br>
              <a:rPr lang="en-US" dirty="0"/>
            </a:br>
            <a:r>
              <a:rPr lang="en-US" b="1" dirty="0"/>
              <a:t>Function:</a:t>
            </a:r>
            <a:r>
              <a:rPr lang="en-US" dirty="0"/>
              <a:t> Sales</a:t>
            </a: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SQL, Power BI</a:t>
            </a:r>
          </a:p>
          <a:p>
            <a:r>
              <a:rPr lang="en-US" dirty="0"/>
              <a:t>                                                             </a:t>
            </a:r>
          </a:p>
          <a:p>
            <a:r>
              <a:rPr lang="en-US" sz="1500" b="1" dirty="0"/>
              <a:t>                                                                                            Created by </a:t>
            </a:r>
            <a:r>
              <a:rPr lang="en-US" sz="1500" dirty="0"/>
              <a:t>:HITHESH KUMAR 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2055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DA0B-9C8A-AE38-7F77-6D38537BC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Problem statement 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D9B2-D1F8-B05F-8238-A5A70B23C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029" y="2556932"/>
            <a:ext cx="9601196" cy="33189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	</a:t>
            </a:r>
            <a:r>
              <a:rPr lang="en-US" sz="2000" dirty="0" err="1"/>
              <a:t>Atliq</a:t>
            </a:r>
            <a:r>
              <a:rPr lang="en-US" sz="2000" dirty="0"/>
              <a:t> </a:t>
            </a:r>
            <a:r>
              <a:rPr lang="en-US" sz="2000" dirty="0" err="1"/>
              <a:t>Hardwares</a:t>
            </a:r>
            <a:r>
              <a:rPr lang="en-US" sz="2000" dirty="0"/>
              <a:t> – a computer hardware business facing challenges to increase revenue in a dynamically changing market. The sales director needs a dashboard that can give him real-time sales insights that will provide him insights to increase revenue.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0701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9382-0B45-5426-60F5-FF486B06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51051"/>
            <a:ext cx="10321031" cy="602541"/>
          </a:xfrm>
        </p:spPr>
        <p:txBody>
          <a:bodyPr>
            <a:noAutofit/>
          </a:bodyPr>
          <a:lstStyle/>
          <a:p>
            <a:r>
              <a:rPr lang="en-IN" sz="4000" dirty="0"/>
              <a:t>Project Objective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EE193-DCF6-89C4-210F-B547B93F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69046"/>
            <a:ext cx="10933591" cy="39575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/>
              <a:t>Build an </a:t>
            </a:r>
            <a:r>
              <a:rPr lang="en-US" sz="2500" b="1" dirty="0"/>
              <a:t>interactive sales dashboard</a:t>
            </a:r>
            <a:r>
              <a:rPr lang="en-US" sz="2500" dirty="0"/>
              <a:t> for real-time insights.</a:t>
            </a:r>
          </a:p>
          <a:p>
            <a:pPr>
              <a:lnSpc>
                <a:spcPct val="150000"/>
              </a:lnSpc>
            </a:pPr>
            <a:r>
              <a:rPr lang="en-IN" sz="2500" dirty="0"/>
              <a:t>T</a:t>
            </a:r>
            <a:r>
              <a:rPr lang="en-US" sz="2500" dirty="0"/>
              <a:t>rack </a:t>
            </a:r>
            <a:r>
              <a:rPr lang="en-US" sz="2500" b="1" dirty="0"/>
              <a:t>revenue and sales quantity</a:t>
            </a:r>
            <a:r>
              <a:rPr lang="en-US" sz="2500" dirty="0"/>
              <a:t> across markets.</a:t>
            </a:r>
            <a:endParaRPr lang="en-IN" sz="2500" dirty="0"/>
          </a:p>
          <a:p>
            <a:pPr>
              <a:lnSpc>
                <a:spcPct val="150000"/>
              </a:lnSpc>
            </a:pPr>
            <a:r>
              <a:rPr lang="en-US" sz="2500" dirty="0"/>
              <a:t>Identify </a:t>
            </a:r>
            <a:r>
              <a:rPr lang="en-US" sz="2500" b="1" dirty="0"/>
              <a:t>top-performing products and customers</a:t>
            </a:r>
            <a:r>
              <a:rPr lang="en-US" sz="2500" dirty="0"/>
              <a:t>.</a:t>
            </a:r>
            <a:endParaRPr lang="en-IN" sz="2500" dirty="0"/>
          </a:p>
          <a:p>
            <a:pPr>
              <a:lnSpc>
                <a:spcPct val="150000"/>
              </a:lnSpc>
            </a:pPr>
            <a:r>
              <a:rPr lang="en-US" sz="2500" dirty="0"/>
              <a:t>Support leadership in </a:t>
            </a:r>
            <a:r>
              <a:rPr lang="en-US" sz="2500" b="1" dirty="0"/>
              <a:t>strategic decision-making</a:t>
            </a:r>
            <a:r>
              <a:rPr lang="en-US" sz="25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Improve overall </a:t>
            </a:r>
            <a:r>
              <a:rPr lang="en-US" sz="2500" b="1" dirty="0"/>
              <a:t>sales visibility and performance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90256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777463-4DEC-8A49-215A-7F15747F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Data &amp; Process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DF0217F-3804-0E09-3849-F56EEE6032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8858" y="2897265"/>
            <a:ext cx="901863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Imported raw data into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MySQL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cleaning and preparation.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Used SQL queries to calculate key metrics (Revenue, Sales Qty, Trends).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Connected MySQL data to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 BI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visualization.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interactive filters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(Year, Region, Product).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Designed visuals to highlight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KPIs and performance trends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433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DF47B-0E24-CC37-9F9B-31EBFEC3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041" y="506309"/>
            <a:ext cx="6867617" cy="629174"/>
          </a:xfrm>
        </p:spPr>
        <p:txBody>
          <a:bodyPr>
            <a:noAutofit/>
          </a:bodyPr>
          <a:lstStyle/>
          <a:p>
            <a:pPr algn="ctr"/>
            <a:r>
              <a:rPr lang="en-US" sz="4200" dirty="0"/>
              <a:t> Dashboard</a:t>
            </a:r>
            <a:endParaRPr lang="en-IN" sz="4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FB7B6-3F03-986D-8448-975C66FA6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9" t="12686" r="29919" b="13405"/>
          <a:stretch>
            <a:fillRect/>
          </a:stretch>
        </p:blipFill>
        <p:spPr>
          <a:xfrm>
            <a:off x="904568" y="1066657"/>
            <a:ext cx="10196051" cy="50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3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477" y="1295364"/>
            <a:ext cx="10058400" cy="935795"/>
          </a:xfrm>
        </p:spPr>
        <p:txBody>
          <a:bodyPr>
            <a:normAutofit/>
          </a:bodyPr>
          <a:lstStyle/>
          <a:p>
            <a:pPr algn="ctr"/>
            <a:r>
              <a:rPr lang="en-US" sz="4200" dirty="0"/>
              <a:t>Features of the dashboard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7E7-384F-42A8-4001-08357E76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62653"/>
            <a:ext cx="10058400" cy="429534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following 5 visuals were provided:</a:t>
            </a:r>
          </a:p>
          <a:p>
            <a:r>
              <a:rPr lang="en-US" b="1" dirty="0"/>
              <a:t>Revenue by Market</a:t>
            </a:r>
            <a:r>
              <a:rPr lang="en-US" dirty="0"/>
              <a:t> – Compare sales across major cities.</a:t>
            </a:r>
          </a:p>
          <a:p>
            <a:r>
              <a:rPr lang="en-US" b="1" dirty="0"/>
              <a:t>Sales Quantity by Market</a:t>
            </a:r>
            <a:r>
              <a:rPr lang="en-US" dirty="0"/>
              <a:t> – Measure regional demand.</a:t>
            </a:r>
          </a:p>
          <a:p>
            <a:r>
              <a:rPr lang="en-US" b="1" dirty="0"/>
              <a:t>Top 5 Customers &amp; Products</a:t>
            </a:r>
            <a:r>
              <a:rPr lang="en-US" dirty="0"/>
              <a:t> – Identify key contributors.</a:t>
            </a:r>
          </a:p>
          <a:p>
            <a:r>
              <a:rPr lang="en-US" b="1" dirty="0"/>
              <a:t>Revenue Trend Over Time</a:t>
            </a:r>
            <a:r>
              <a:rPr lang="en-US" dirty="0"/>
              <a:t> – Track YoY performance.</a:t>
            </a:r>
          </a:p>
          <a:p>
            <a:r>
              <a:rPr lang="en-US" b="1" dirty="0"/>
              <a:t>Slicers</a:t>
            </a:r>
            <a:r>
              <a:rPr lang="en-US" dirty="0"/>
              <a:t> for dynamic analysis by year and month.</a:t>
            </a:r>
          </a:p>
          <a:p>
            <a:pPr lvl="1"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82611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Key Insights</a:t>
            </a:r>
            <a:endParaRPr lang="en-IN" sz="4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7482FD-8CDC-668D-5F34-1B67E39970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948608"/>
            <a:ext cx="9743901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Delhi generated the 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highest revenue (₹519M)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among all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Revenue shows a 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gradual decline from 2019 onwards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Top 5 customers contribute 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~70% of total sales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Mumbai and Ahmedabad show </a:t>
            </a: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potential for growth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Clear visibility into high- and low-performing products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078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Impact &amp; Learnings(outcomes)</a:t>
            </a:r>
            <a:endParaRPr lang="en-IN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67E7-384F-42A8-4001-08357E76F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Dashboard enabled </a:t>
            </a:r>
            <a:r>
              <a:rPr lang="en-US" b="1" dirty="0"/>
              <a:t>real-time sales tracking</a:t>
            </a:r>
            <a:r>
              <a:rPr lang="en-US" dirty="0"/>
              <a:t> and insights.</a:t>
            </a:r>
          </a:p>
          <a:p>
            <a:r>
              <a:rPr lang="en-US" dirty="0"/>
              <a:t>Improved </a:t>
            </a:r>
            <a:r>
              <a:rPr lang="en-US" b="1" dirty="0"/>
              <a:t>decision-making efficiency</a:t>
            </a:r>
            <a:r>
              <a:rPr lang="en-US" dirty="0"/>
              <a:t> for the sales director.</a:t>
            </a:r>
          </a:p>
          <a:p>
            <a:r>
              <a:rPr lang="en-US" dirty="0"/>
              <a:t>Helped identify </a:t>
            </a:r>
            <a:r>
              <a:rPr lang="en-US" b="1" dirty="0"/>
              <a:t>revenue improvement opportunities (~7%)</a:t>
            </a:r>
            <a:r>
              <a:rPr lang="en-US" dirty="0"/>
              <a:t>.</a:t>
            </a:r>
          </a:p>
          <a:p>
            <a:r>
              <a:rPr lang="en-US" dirty="0"/>
              <a:t>Strengthened understanding of </a:t>
            </a:r>
            <a:r>
              <a:rPr lang="en-US" b="1" dirty="0"/>
              <a:t>business KPIs</a:t>
            </a:r>
            <a:r>
              <a:rPr lang="en-US" dirty="0"/>
              <a:t>.</a:t>
            </a:r>
          </a:p>
          <a:p>
            <a:r>
              <a:rPr lang="en-US" dirty="0"/>
              <a:t>Gained hands-on experience in </a:t>
            </a:r>
            <a:r>
              <a:rPr lang="en-US" b="1" dirty="0"/>
              <a:t>SQL, Power BI, and analytics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751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FD5-F918-FE93-7634-5A839E3B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200" dirty="0"/>
              <a:t>Conclusion</a:t>
            </a:r>
            <a:endParaRPr lang="en-IN" sz="4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4694D9-BC64-DFD1-4822-C7E8598EDB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7451" y="3054759"/>
            <a:ext cx="973158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/>
              <a:t>The Sales Insight Dashboard for </a:t>
            </a:r>
            <a:r>
              <a:rPr lang="en-US" sz="1800" dirty="0" err="1"/>
              <a:t>Atliq</a:t>
            </a:r>
            <a:r>
              <a:rPr lang="en-US" sz="1800" dirty="0"/>
              <a:t> </a:t>
            </a:r>
            <a:r>
              <a:rPr lang="en-US" sz="1800" dirty="0" err="1"/>
              <a:t>Hardwares</a:t>
            </a:r>
            <a:r>
              <a:rPr lang="en-US" sz="1800" dirty="0"/>
              <a:t> successfully transformed raw sales data into actionable 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/>
              <a:t>business insights. By integrating SQL for data analysis and Power BI for visualization, the project provided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/>
              <a:t>the sales director with a clear, real-time understanding of regional performance, top customers, and key 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/>
              <a:t>revenue drivers. This data-driven approach not only streamlined decision-making but also identified 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/>
              <a:t>opportunities for a potential 7% revenue growth in the upcoming quarter, demonstrating the value 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/>
              <a:t>of analytics in driving strategic business improvement.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71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282B24-AF24-EA8E-32AB-36DB6E64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0524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312</TotalTime>
  <Words>426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  Sales Insight Dashboard  (Atliq Hardwares)</vt:lpstr>
      <vt:lpstr>Problem statement </vt:lpstr>
      <vt:lpstr>Project Objective</vt:lpstr>
      <vt:lpstr>Data &amp; Process</vt:lpstr>
      <vt:lpstr> Dashboard</vt:lpstr>
      <vt:lpstr>Features of the dashboard</vt:lpstr>
      <vt:lpstr>Key Insights</vt:lpstr>
      <vt:lpstr>Impact &amp; Learnings(outcomes)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Raghavan P</dc:creator>
  <cp:lastModifiedBy>Hithesh H</cp:lastModifiedBy>
  <cp:revision>35</cp:revision>
  <dcterms:created xsi:type="dcterms:W3CDTF">2022-12-25T12:52:17Z</dcterms:created>
  <dcterms:modified xsi:type="dcterms:W3CDTF">2025-10-17T15:14:15Z</dcterms:modified>
</cp:coreProperties>
</file>